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29100"/>
            <a:ext cx="91440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74236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331720"/>
            <a:ext cx="91440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8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Cleveland Dataset (303 Unique Patients)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3388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Duplicates | Clean Data | Realistic Results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45920" y="2834640"/>
            <a:ext cx="1828800" cy="822960"/>
          </a:xfrm>
          <a:prstGeom prst="rect">
            <a:avLst/>
          </a:prstGeom>
          <a:solidFill>
            <a:srgbClr val="0A4B6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8529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45920" y="32644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1920" y="2834640"/>
            <a:ext cx="1828800" cy="822960"/>
          </a:xfrm>
          <a:prstGeom prst="rect">
            <a:avLst/>
          </a:prstGeom>
          <a:solidFill>
            <a:srgbClr val="0A4B6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8529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31920" y="32644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834640"/>
            <a:ext cx="1828800" cy="822960"/>
          </a:xfrm>
          <a:prstGeom prst="rect">
            <a:avLst/>
          </a:prstGeom>
          <a:solidFill>
            <a:srgbClr val="0A4B6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8529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32644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- Original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solidFill>
            <a:srgbClr val="E8F5E9"/>
          </a:solidFill>
          <a:ln w="15240">
            <a:solidFill>
              <a:srgbClr val="1E7E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88136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303 unique patients, 0 duplicates - honest model evaluation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196596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81051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84.5%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23134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(RF)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783080"/>
            <a:ext cx="196596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81051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68880" y="23134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CV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783080"/>
            <a:ext cx="196596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81051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17720" y="23134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CV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783080"/>
            <a:ext cx="196596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81051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78-82%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66560" y="23134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Range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8346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Original vs Replicated Dataset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200400"/>
          <a:ext cx="832104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1488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573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issue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CV 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573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+15.7% (leakage)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CV 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573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+10.7% (inflated)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Integrity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573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Compromised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138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dataset provides honest model evaluation - 81 to 84% accuracy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84.5% (not 99.7%) - genuine generalization without leakage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predictors: chest pain, max heart rate, major vessels, ST depression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 data artificially inflated results - always use clean originals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485132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53085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Cleveland Heart Disease Dataset - 303 Unique Patients - 0 Duplicates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 (Original Data)</dc:title>
  <dc:subject>PptxGenJS Presentation</dc:subject>
  <dc:creator>PptxGenJS</dc:creator>
  <cp:lastModifiedBy>PptxGenJS</cp:lastModifiedBy>
  <cp:revision>1</cp:revision>
  <dcterms:created xsi:type="dcterms:W3CDTF">2026-04-14T09:11:03Z</dcterms:created>
  <dcterms:modified xsi:type="dcterms:W3CDTF">2026-04-14T09:11:03Z</dcterms:modified>
</cp:coreProperties>
</file>